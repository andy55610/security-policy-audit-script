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Inter"/>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nter-bold.fntdata"/><Relationship Id="rId12" Type="http://schemas.openxmlformats.org/officeDocument/2006/relationships/font" Target="fonts/Inter-regular.fntdata"/><Relationship Id="rId15" Type="http://schemas.openxmlformats.org/officeDocument/2006/relationships/font" Target="fonts/Inter-boldItalic.fntdata"/><Relationship Id="rId14" Type="http://schemas.openxmlformats.org/officeDocument/2006/relationships/font" Target="fonts/Inter-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a910246f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a910246f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a910246f9a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a910246f9a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910246f9a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a910246f9a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a910246f9a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a910246f9a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a910246f9a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a910246f9a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a910246f9a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a910246f9a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13" name="Shape 13"/>
        <p:cNvGrpSpPr/>
        <p:nvPr/>
      </p:nvGrpSpPr>
      <p:grpSpPr>
        <a:xfrm>
          <a:off x="0" y="0"/>
          <a:ext cx="0" cy="0"/>
          <a:chOff x="0" y="0"/>
          <a:chExt cx="0" cy="0"/>
        </a:xfrm>
      </p:grpSpPr>
      <p:sp>
        <p:nvSpPr>
          <p:cNvPr id="14" name="Google Shape;14;p2"/>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5" name="Google Shape;15;p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1" name="Google Shape;21;p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24" name="Shape 24"/>
        <p:cNvGrpSpPr/>
        <p:nvPr/>
      </p:nvGrpSpPr>
      <p:grpSpPr>
        <a:xfrm>
          <a:off x="0" y="0"/>
          <a:ext cx="0" cy="0"/>
          <a:chOff x="0" y="0"/>
          <a:chExt cx="0" cy="0"/>
        </a:xfrm>
      </p:grpSpPr>
      <p:sp>
        <p:nvSpPr>
          <p:cNvPr id="25" name="Google Shape;25;p4"/>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6" name="Google Shape;26;p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31" name="Google Shape;31;p5"/>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32" name="Google Shape;32;p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4" name="Google Shape;34;p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35"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37" name="Google Shape;37;p6"/>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8" name="Google Shape;38;p6"/>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9" name="Google Shape;39;p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1" name="Google Shape;41;p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2" name="Google Shape;42;p6"/>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43"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6" name="Google Shape;46;p7"/>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47" name="Google Shape;47;p7"/>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48" name="Google Shape;48;p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50" name="Google Shape;50;p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53" name="Google Shape;53;p8"/>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54" name="Google Shape;54;p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58" name="Shape 58"/>
        <p:cNvGrpSpPr/>
        <p:nvPr/>
      </p:nvGrpSpPr>
      <p:grpSpPr>
        <a:xfrm>
          <a:off x="0" y="0"/>
          <a:ext cx="0" cy="0"/>
          <a:chOff x="0" y="0"/>
          <a:chExt cx="0" cy="0"/>
        </a:xfrm>
      </p:grpSpPr>
      <p:sp>
        <p:nvSpPr>
          <p:cNvPr id="59" name="Google Shape;59;p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61" name="Google Shape;61;p9"/>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62" name="Shape 62"/>
        <p:cNvGrpSpPr/>
        <p:nvPr/>
      </p:nvGrpSpPr>
      <p:grpSpPr>
        <a:xfrm>
          <a:off x="0" y="0"/>
          <a:ext cx="0" cy="0"/>
          <a:chOff x="0" y="0"/>
          <a:chExt cx="0" cy="0"/>
        </a:xfrm>
      </p:grpSpPr>
      <p:sp>
        <p:nvSpPr>
          <p:cNvPr id="63" name="Google Shape;63;p10"/>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64" name="Google Shape;64;p1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6" name="Google Shape;66;p1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7" name="Google Shape;67;p10"/>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8" name="Google Shape;68;p10"/>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69" name="Google Shape;69;p10"/>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0" name="Google Shape;70;p10"/>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1" name="Google Shape;71;p10"/>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2" name="Google Shape;72;p10"/>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3" name="Google Shape;73;p10"/>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4" name="Google Shape;74;p10"/>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75" name="Shape 75"/>
        <p:cNvGrpSpPr/>
        <p:nvPr/>
      </p:nvGrpSpPr>
      <p:grpSpPr>
        <a:xfrm>
          <a:off x="0" y="0"/>
          <a:ext cx="0" cy="0"/>
          <a:chOff x="0" y="0"/>
          <a:chExt cx="0" cy="0"/>
        </a:xfrm>
      </p:grpSpPr>
      <p:sp>
        <p:nvSpPr>
          <p:cNvPr id="76" name="Google Shape;76;p11"/>
          <p:cNvSpPr/>
          <p:nvPr>
            <p:ph idx="2" type="pic"/>
          </p:nvPr>
        </p:nvSpPr>
        <p:spPr>
          <a:xfrm>
            <a:off x="283850" y="2178075"/>
            <a:ext cx="4227600" cy="2505600"/>
          </a:xfrm>
          <a:prstGeom prst="rect">
            <a:avLst/>
          </a:prstGeom>
          <a:noFill/>
          <a:ln>
            <a:noFill/>
          </a:ln>
        </p:spPr>
      </p:sp>
      <p:sp>
        <p:nvSpPr>
          <p:cNvPr id="77" name="Google Shape;77;p1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0" name="Google Shape;80;p11"/>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1" name="Google Shape;81;p11"/>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82" name="Google Shape;82;p11"/>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83" name="Shape 83"/>
        <p:cNvGrpSpPr/>
        <p:nvPr/>
      </p:nvGrpSpPr>
      <p:grpSpPr>
        <a:xfrm>
          <a:off x="0" y="0"/>
          <a:ext cx="0" cy="0"/>
          <a:chOff x="0" y="0"/>
          <a:chExt cx="0" cy="0"/>
        </a:xfrm>
      </p:grpSpPr>
      <p:sp>
        <p:nvSpPr>
          <p:cNvPr id="84" name="Google Shape;84;p12"/>
          <p:cNvSpPr/>
          <p:nvPr>
            <p:ph idx="2" type="pic"/>
          </p:nvPr>
        </p:nvSpPr>
        <p:spPr>
          <a:xfrm>
            <a:off x="4629750" y="0"/>
            <a:ext cx="4227000" cy="4683600"/>
          </a:xfrm>
          <a:prstGeom prst="roundRect">
            <a:avLst>
              <a:gd fmla="val 0" name="adj"/>
            </a:avLst>
          </a:prstGeom>
          <a:noFill/>
          <a:ln>
            <a:noFill/>
          </a:ln>
        </p:spPr>
      </p:sp>
      <p:sp>
        <p:nvSpPr>
          <p:cNvPr id="85" name="Google Shape;85;p1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2"/>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7" name="Google Shape;87;p12"/>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88" name="Google Shape;88;p1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1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90" name="Shape 90"/>
        <p:cNvGrpSpPr/>
        <p:nvPr/>
      </p:nvGrpSpPr>
      <p:grpSpPr>
        <a:xfrm>
          <a:off x="0" y="0"/>
          <a:ext cx="0" cy="0"/>
          <a:chOff x="0" y="0"/>
          <a:chExt cx="0" cy="0"/>
        </a:xfrm>
      </p:grpSpPr>
      <p:sp>
        <p:nvSpPr>
          <p:cNvPr id="91" name="Google Shape;91;p13"/>
          <p:cNvSpPr/>
          <p:nvPr>
            <p:ph idx="2" type="pic"/>
          </p:nvPr>
        </p:nvSpPr>
        <p:spPr>
          <a:xfrm>
            <a:off x="270275" y="3132475"/>
            <a:ext cx="2770500" cy="1551000"/>
          </a:xfrm>
          <a:prstGeom prst="roundRect">
            <a:avLst>
              <a:gd fmla="val 0" name="adj"/>
            </a:avLst>
          </a:prstGeom>
          <a:noFill/>
          <a:ln>
            <a:noFill/>
          </a:ln>
        </p:spPr>
      </p:sp>
      <p:sp>
        <p:nvSpPr>
          <p:cNvPr id="92" name="Google Shape;92;p1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3"/>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94" name="Google Shape;94;p13"/>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95" name="Google Shape;95;p13"/>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6" name="Google Shape;96;p13"/>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7" name="Google Shape;97;p13"/>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0" name="Google Shape;100;p14"/>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01" name="Google Shape;101;p14"/>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2" name="Google Shape;102;p14"/>
          <p:cNvSpPr/>
          <p:nvPr>
            <p:ph idx="3" type="pic"/>
          </p:nvPr>
        </p:nvSpPr>
        <p:spPr>
          <a:xfrm>
            <a:off x="283850" y="0"/>
            <a:ext cx="4227000" cy="4683600"/>
          </a:xfrm>
          <a:prstGeom prst="roundRect">
            <a:avLst>
              <a:gd fmla="val 0" name="adj"/>
            </a:avLst>
          </a:prstGeom>
          <a:noFill/>
          <a:ln>
            <a:noFill/>
          </a:ln>
        </p:spPr>
      </p:sp>
      <p:sp>
        <p:nvSpPr>
          <p:cNvPr id="103" name="Google Shape;103;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4"/>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5" name="Google Shape;105;p14"/>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06" name="Shape 106"/>
        <p:cNvGrpSpPr/>
        <p:nvPr/>
      </p:nvGrpSpPr>
      <p:grpSpPr>
        <a:xfrm>
          <a:off x="0" y="0"/>
          <a:ext cx="0" cy="0"/>
          <a:chOff x="0" y="0"/>
          <a:chExt cx="0" cy="0"/>
        </a:xfrm>
      </p:grpSpPr>
      <p:sp>
        <p:nvSpPr>
          <p:cNvPr id="107" name="Google Shape;107;p1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5"/>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9" name="Google Shape;109;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0" name="Google Shape;110;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15"/>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12" name="Google Shape;112;p15"/>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3" name="Google Shape;113;p15"/>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14" name="Google Shape;114;p15"/>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5" name="Google Shape;115;p15"/>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6" name="Google Shape;116;p15"/>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7" name="Google Shape;117;p15"/>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8" name="Google Shape;118;p15"/>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9" name="Google Shape;119;p15"/>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20" name="Shape 120"/>
        <p:cNvGrpSpPr/>
        <p:nvPr/>
      </p:nvGrpSpPr>
      <p:grpSpPr>
        <a:xfrm>
          <a:off x="0" y="0"/>
          <a:ext cx="0" cy="0"/>
          <a:chOff x="0" y="0"/>
          <a:chExt cx="0" cy="0"/>
        </a:xfrm>
      </p:grpSpPr>
      <p:sp>
        <p:nvSpPr>
          <p:cNvPr id="121" name="Google Shape;121;p16"/>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2" name="Google Shape;122;p16"/>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3" name="Google Shape;123;p16"/>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4" name="Google Shape;124;p16"/>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25" name="Google Shape;125;p16"/>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1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6"/>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8" name="Google Shape;128;p16"/>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9" name="Google Shape;129;p16"/>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0" name="Google Shape;130;p1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1" name="Google Shape;131;p16"/>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32" name="Google Shape;132;p16"/>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33" name="Google Shape;133;p16"/>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34" name="Shape 134"/>
        <p:cNvGrpSpPr/>
        <p:nvPr/>
      </p:nvGrpSpPr>
      <p:grpSpPr>
        <a:xfrm>
          <a:off x="0" y="0"/>
          <a:ext cx="0" cy="0"/>
          <a:chOff x="0" y="0"/>
          <a:chExt cx="0" cy="0"/>
        </a:xfrm>
      </p:grpSpPr>
      <p:sp>
        <p:nvSpPr>
          <p:cNvPr id="135" name="Google Shape;135;p17"/>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6" name="Google Shape;136;p17"/>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7" name="Google Shape;137;p17"/>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8" name="Google Shape;138;p17"/>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39" name="Google Shape;139;p17"/>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0" name="Google Shape;140;p1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7"/>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2" name="Google Shape;142;p17"/>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3" name="Google Shape;143;p17"/>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4" name="Google Shape;144;p17"/>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45" name="Shape 145"/>
        <p:cNvGrpSpPr/>
        <p:nvPr/>
      </p:nvGrpSpPr>
      <p:grpSpPr>
        <a:xfrm>
          <a:off x="0" y="0"/>
          <a:ext cx="0" cy="0"/>
          <a:chOff x="0" y="0"/>
          <a:chExt cx="0" cy="0"/>
        </a:xfrm>
      </p:grpSpPr>
      <p:sp>
        <p:nvSpPr>
          <p:cNvPr id="146" name="Google Shape;146;p1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8"/>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48" name="Google Shape;148;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1" name="Google Shape;151;p18"/>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2" name="Google Shape;152;p18"/>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53" name="Shape 153"/>
        <p:cNvGrpSpPr/>
        <p:nvPr/>
      </p:nvGrpSpPr>
      <p:grpSpPr>
        <a:xfrm>
          <a:off x="0" y="0"/>
          <a:ext cx="0" cy="0"/>
          <a:chOff x="0" y="0"/>
          <a:chExt cx="0" cy="0"/>
        </a:xfrm>
      </p:grpSpPr>
      <p:sp>
        <p:nvSpPr>
          <p:cNvPr id="154" name="Google Shape;154;p19"/>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5" name="Google Shape;155;p19"/>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6" name="Google Shape;156;p19"/>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7" name="Google Shape;157;p19"/>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158" name="Google Shape;158;p19"/>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19"/>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1" name="Google Shape;161;p19"/>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2" name="Google Shape;162;p19"/>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3" name="Google Shape;163;p1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64" name="Shape 164"/>
        <p:cNvGrpSpPr/>
        <p:nvPr/>
      </p:nvGrpSpPr>
      <p:grpSpPr>
        <a:xfrm>
          <a:off x="0" y="0"/>
          <a:ext cx="0" cy="0"/>
          <a:chOff x="0" y="0"/>
          <a:chExt cx="0" cy="0"/>
        </a:xfrm>
      </p:grpSpPr>
      <p:sp>
        <p:nvSpPr>
          <p:cNvPr id="165" name="Google Shape;165;p20"/>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66" name="Google Shape;166;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0"/>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68" name="Google Shape;168;p20"/>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9" name="Google Shape;169;p20"/>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20"/>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1" name="Google Shape;171;p20"/>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2" name="Google Shape;172;p20"/>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3" name="Google Shape;173;p20"/>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4" name="Google Shape;174;p20"/>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5" name="Google Shape;175;p20"/>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176" name="Shape 176"/>
        <p:cNvGrpSpPr/>
        <p:nvPr/>
      </p:nvGrpSpPr>
      <p:grpSpPr>
        <a:xfrm>
          <a:off x="0" y="0"/>
          <a:ext cx="0" cy="0"/>
          <a:chOff x="0" y="0"/>
          <a:chExt cx="0" cy="0"/>
        </a:xfrm>
      </p:grpSpPr>
      <p:sp>
        <p:nvSpPr>
          <p:cNvPr id="177" name="Google Shape;177;p21"/>
          <p:cNvSpPr/>
          <p:nvPr>
            <p:ph idx="2" type="pic"/>
          </p:nvPr>
        </p:nvSpPr>
        <p:spPr>
          <a:xfrm>
            <a:off x="4629750" y="286075"/>
            <a:ext cx="1257900" cy="1261500"/>
          </a:xfrm>
          <a:prstGeom prst="rect">
            <a:avLst/>
          </a:prstGeom>
          <a:noFill/>
          <a:ln>
            <a:noFill/>
          </a:ln>
        </p:spPr>
      </p:sp>
      <p:sp>
        <p:nvSpPr>
          <p:cNvPr id="178" name="Google Shape;178;p21"/>
          <p:cNvSpPr/>
          <p:nvPr>
            <p:ph idx="3" type="pic"/>
          </p:nvPr>
        </p:nvSpPr>
        <p:spPr>
          <a:xfrm>
            <a:off x="6111800" y="286075"/>
            <a:ext cx="1257900" cy="1261500"/>
          </a:xfrm>
          <a:prstGeom prst="rect">
            <a:avLst/>
          </a:prstGeom>
          <a:noFill/>
          <a:ln>
            <a:noFill/>
          </a:ln>
        </p:spPr>
      </p:sp>
      <p:sp>
        <p:nvSpPr>
          <p:cNvPr id="179" name="Google Shape;179;p21"/>
          <p:cNvSpPr/>
          <p:nvPr>
            <p:ph idx="4" type="pic"/>
          </p:nvPr>
        </p:nvSpPr>
        <p:spPr>
          <a:xfrm>
            <a:off x="7593850" y="286075"/>
            <a:ext cx="1257900" cy="1261500"/>
          </a:xfrm>
          <a:prstGeom prst="rect">
            <a:avLst/>
          </a:prstGeom>
          <a:noFill/>
          <a:ln>
            <a:noFill/>
          </a:ln>
        </p:spPr>
      </p:sp>
      <p:sp>
        <p:nvSpPr>
          <p:cNvPr id="180" name="Google Shape;180;p21"/>
          <p:cNvSpPr/>
          <p:nvPr>
            <p:ph idx="5" type="pic"/>
          </p:nvPr>
        </p:nvSpPr>
        <p:spPr>
          <a:xfrm>
            <a:off x="4629750" y="2634475"/>
            <a:ext cx="1257900" cy="1261500"/>
          </a:xfrm>
          <a:prstGeom prst="rect">
            <a:avLst/>
          </a:prstGeom>
          <a:noFill/>
          <a:ln>
            <a:noFill/>
          </a:ln>
        </p:spPr>
      </p:sp>
      <p:sp>
        <p:nvSpPr>
          <p:cNvPr id="181" name="Google Shape;181;p21"/>
          <p:cNvSpPr/>
          <p:nvPr>
            <p:ph idx="6" type="pic"/>
          </p:nvPr>
        </p:nvSpPr>
        <p:spPr>
          <a:xfrm>
            <a:off x="6111800" y="2634475"/>
            <a:ext cx="1257900" cy="1261500"/>
          </a:xfrm>
          <a:prstGeom prst="rect">
            <a:avLst/>
          </a:prstGeom>
          <a:noFill/>
          <a:ln>
            <a:noFill/>
          </a:ln>
        </p:spPr>
      </p:sp>
      <p:sp>
        <p:nvSpPr>
          <p:cNvPr id="182" name="Google Shape;182;p21"/>
          <p:cNvSpPr/>
          <p:nvPr>
            <p:ph idx="7" type="pic"/>
          </p:nvPr>
        </p:nvSpPr>
        <p:spPr>
          <a:xfrm>
            <a:off x="7593850" y="2634475"/>
            <a:ext cx="1257900" cy="1261500"/>
          </a:xfrm>
          <a:prstGeom prst="rect">
            <a:avLst/>
          </a:prstGeom>
          <a:noFill/>
          <a:ln>
            <a:noFill/>
          </a:ln>
        </p:spPr>
      </p:sp>
      <p:sp>
        <p:nvSpPr>
          <p:cNvPr id="183" name="Google Shape;183;p2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1"/>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6" name="Google Shape;186;p21"/>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7" name="Google Shape;187;p21"/>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188" name="Google Shape;188;p21"/>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89" name="Google Shape;189;p21"/>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0" name="Google Shape;190;p21"/>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1" name="Google Shape;191;p21"/>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2" name="Google Shape;192;p21"/>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3" name="Google Shape;193;p21"/>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194" name="Shape 194"/>
        <p:cNvGrpSpPr/>
        <p:nvPr/>
      </p:nvGrpSpPr>
      <p:grpSpPr>
        <a:xfrm>
          <a:off x="0" y="0"/>
          <a:ext cx="0" cy="0"/>
          <a:chOff x="0" y="0"/>
          <a:chExt cx="0" cy="0"/>
        </a:xfrm>
      </p:grpSpPr>
      <p:sp>
        <p:nvSpPr>
          <p:cNvPr id="195" name="Google Shape;195;p22"/>
          <p:cNvSpPr/>
          <p:nvPr>
            <p:ph idx="2" type="pic"/>
          </p:nvPr>
        </p:nvSpPr>
        <p:spPr>
          <a:xfrm>
            <a:off x="2456700" y="373175"/>
            <a:ext cx="1515000" cy="1616700"/>
          </a:xfrm>
          <a:prstGeom prst="rect">
            <a:avLst/>
          </a:prstGeom>
          <a:noFill/>
          <a:ln>
            <a:noFill/>
          </a:ln>
        </p:spPr>
      </p:sp>
      <p:sp>
        <p:nvSpPr>
          <p:cNvPr id="196" name="Google Shape;196;p22"/>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7" name="Google Shape;197;p22"/>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198" name="Google Shape;198;p22"/>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199" name="Google Shape;199;p22"/>
          <p:cNvSpPr/>
          <p:nvPr>
            <p:ph idx="4" type="pic"/>
          </p:nvPr>
        </p:nvSpPr>
        <p:spPr>
          <a:xfrm>
            <a:off x="4084738" y="373175"/>
            <a:ext cx="1515000" cy="1616700"/>
          </a:xfrm>
          <a:prstGeom prst="rect">
            <a:avLst/>
          </a:prstGeom>
          <a:noFill/>
          <a:ln>
            <a:noFill/>
          </a:ln>
        </p:spPr>
      </p:sp>
      <p:sp>
        <p:nvSpPr>
          <p:cNvPr id="200" name="Google Shape;200;p22"/>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1" name="Google Shape;201;p22"/>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2" name="Google Shape;202;p22"/>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3" name="Google Shape;203;p22"/>
          <p:cNvSpPr/>
          <p:nvPr>
            <p:ph idx="8" type="pic"/>
          </p:nvPr>
        </p:nvSpPr>
        <p:spPr>
          <a:xfrm>
            <a:off x="5713225" y="373175"/>
            <a:ext cx="1515000" cy="1616700"/>
          </a:xfrm>
          <a:prstGeom prst="rect">
            <a:avLst/>
          </a:prstGeom>
          <a:noFill/>
          <a:ln>
            <a:noFill/>
          </a:ln>
        </p:spPr>
      </p:sp>
      <p:sp>
        <p:nvSpPr>
          <p:cNvPr id="204" name="Google Shape;204;p22"/>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5" name="Google Shape;205;p22"/>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6" name="Google Shape;206;p22"/>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7" name="Google Shape;207;p22"/>
          <p:cNvSpPr/>
          <p:nvPr>
            <p:ph idx="15" type="pic"/>
          </p:nvPr>
        </p:nvSpPr>
        <p:spPr>
          <a:xfrm>
            <a:off x="7341950" y="373175"/>
            <a:ext cx="1515000" cy="1616700"/>
          </a:xfrm>
          <a:prstGeom prst="rect">
            <a:avLst/>
          </a:prstGeom>
          <a:noFill/>
          <a:ln>
            <a:noFill/>
          </a:ln>
        </p:spPr>
      </p:sp>
      <p:sp>
        <p:nvSpPr>
          <p:cNvPr id="208" name="Google Shape;208;p22"/>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9" name="Google Shape;209;p22"/>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10" name="Google Shape;210;p22"/>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11" name="Google Shape;211;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2"/>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2"/>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2"/>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15" name="Shape 215"/>
        <p:cNvGrpSpPr/>
        <p:nvPr/>
      </p:nvGrpSpPr>
      <p:grpSpPr>
        <a:xfrm>
          <a:off x="0" y="0"/>
          <a:ext cx="0" cy="0"/>
          <a:chOff x="0" y="0"/>
          <a:chExt cx="0" cy="0"/>
        </a:xfrm>
      </p:grpSpPr>
      <p:sp>
        <p:nvSpPr>
          <p:cNvPr id="216" name="Google Shape;216;p23"/>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7" name="Google Shape;217;p23"/>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18" name="Google Shape;218;p23"/>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9" name="Google Shape;219;p23"/>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0" name="Google Shape;220;p23"/>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1" name="Google Shape;221;p23"/>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2" name="Google Shape;222;p23"/>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3" name="Google Shape;223;p23"/>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4" name="Google Shape;224;p23"/>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5" name="Google Shape;225;p23"/>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6" name="Google Shape;226;p23"/>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7" name="Google Shape;227;p23"/>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8" name="Google Shape;228;p2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23"/>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30" name="Google Shape;230;p23"/>
          <p:cNvSpPr/>
          <p:nvPr>
            <p:ph idx="16" type="pic"/>
          </p:nvPr>
        </p:nvSpPr>
        <p:spPr>
          <a:xfrm>
            <a:off x="290325" y="1862825"/>
            <a:ext cx="663000" cy="1271100"/>
          </a:xfrm>
          <a:prstGeom prst="rect">
            <a:avLst/>
          </a:prstGeom>
          <a:noFill/>
          <a:ln>
            <a:noFill/>
          </a:ln>
        </p:spPr>
      </p:sp>
      <p:sp>
        <p:nvSpPr>
          <p:cNvPr id="231" name="Google Shape;231;p23"/>
          <p:cNvSpPr/>
          <p:nvPr>
            <p:ph idx="17" type="pic"/>
          </p:nvPr>
        </p:nvSpPr>
        <p:spPr>
          <a:xfrm>
            <a:off x="290325" y="3407525"/>
            <a:ext cx="663000" cy="1271100"/>
          </a:xfrm>
          <a:prstGeom prst="rect">
            <a:avLst/>
          </a:prstGeom>
          <a:noFill/>
          <a:ln>
            <a:noFill/>
          </a:ln>
        </p:spPr>
      </p:sp>
      <p:sp>
        <p:nvSpPr>
          <p:cNvPr id="232" name="Google Shape;232;p23"/>
          <p:cNvSpPr/>
          <p:nvPr>
            <p:ph idx="18" type="pic"/>
          </p:nvPr>
        </p:nvSpPr>
        <p:spPr>
          <a:xfrm>
            <a:off x="3191325" y="1862825"/>
            <a:ext cx="663000" cy="1271100"/>
          </a:xfrm>
          <a:prstGeom prst="rect">
            <a:avLst/>
          </a:prstGeom>
          <a:noFill/>
          <a:ln>
            <a:noFill/>
          </a:ln>
        </p:spPr>
      </p:sp>
      <p:sp>
        <p:nvSpPr>
          <p:cNvPr id="233" name="Google Shape;233;p23"/>
          <p:cNvSpPr/>
          <p:nvPr>
            <p:ph idx="19" type="pic"/>
          </p:nvPr>
        </p:nvSpPr>
        <p:spPr>
          <a:xfrm>
            <a:off x="3191325" y="3407525"/>
            <a:ext cx="663000" cy="1271100"/>
          </a:xfrm>
          <a:prstGeom prst="rect">
            <a:avLst/>
          </a:prstGeom>
          <a:noFill/>
          <a:ln>
            <a:noFill/>
          </a:ln>
        </p:spPr>
      </p:sp>
      <p:sp>
        <p:nvSpPr>
          <p:cNvPr id="234" name="Google Shape;234;p23"/>
          <p:cNvSpPr/>
          <p:nvPr>
            <p:ph idx="20" type="pic"/>
          </p:nvPr>
        </p:nvSpPr>
        <p:spPr>
          <a:xfrm>
            <a:off x="6092325" y="1862825"/>
            <a:ext cx="663000" cy="1271100"/>
          </a:xfrm>
          <a:prstGeom prst="rect">
            <a:avLst/>
          </a:prstGeom>
          <a:noFill/>
          <a:ln>
            <a:noFill/>
          </a:ln>
        </p:spPr>
      </p:sp>
      <p:sp>
        <p:nvSpPr>
          <p:cNvPr id="235" name="Google Shape;235;p23"/>
          <p:cNvSpPr/>
          <p:nvPr>
            <p:ph idx="21" type="pic"/>
          </p:nvPr>
        </p:nvSpPr>
        <p:spPr>
          <a:xfrm>
            <a:off x="6092325" y="3407525"/>
            <a:ext cx="663000" cy="1271100"/>
          </a:xfrm>
          <a:prstGeom prst="rect">
            <a:avLst/>
          </a:prstGeom>
          <a:noFill/>
          <a:ln>
            <a:noFill/>
          </a:ln>
        </p:spPr>
      </p:sp>
      <p:sp>
        <p:nvSpPr>
          <p:cNvPr id="236" name="Google Shape;236;p23"/>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23"/>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38" name="Shape 238"/>
        <p:cNvGrpSpPr/>
        <p:nvPr/>
      </p:nvGrpSpPr>
      <p:grpSpPr>
        <a:xfrm>
          <a:off x="0" y="0"/>
          <a:ext cx="0" cy="0"/>
          <a:chOff x="0" y="0"/>
          <a:chExt cx="0" cy="0"/>
        </a:xfrm>
      </p:grpSpPr>
      <p:sp>
        <p:nvSpPr>
          <p:cNvPr id="239" name="Google Shape;239;p24"/>
          <p:cNvSpPr/>
          <p:nvPr>
            <p:ph idx="2" type="pic"/>
          </p:nvPr>
        </p:nvSpPr>
        <p:spPr>
          <a:xfrm>
            <a:off x="3186000" y="3242875"/>
            <a:ext cx="2798100" cy="1440600"/>
          </a:xfrm>
          <a:prstGeom prst="rect">
            <a:avLst/>
          </a:prstGeom>
          <a:noFill/>
          <a:ln>
            <a:noFill/>
          </a:ln>
        </p:spPr>
      </p:sp>
      <p:sp>
        <p:nvSpPr>
          <p:cNvPr id="240" name="Google Shape;240;p24"/>
          <p:cNvSpPr/>
          <p:nvPr>
            <p:ph idx="3" type="pic"/>
          </p:nvPr>
        </p:nvSpPr>
        <p:spPr>
          <a:xfrm>
            <a:off x="5984100" y="3242875"/>
            <a:ext cx="1440600" cy="1440600"/>
          </a:xfrm>
          <a:prstGeom prst="rect">
            <a:avLst/>
          </a:prstGeom>
          <a:noFill/>
          <a:ln>
            <a:noFill/>
          </a:ln>
        </p:spPr>
      </p:sp>
      <p:sp>
        <p:nvSpPr>
          <p:cNvPr id="241" name="Google Shape;241;p24"/>
          <p:cNvSpPr/>
          <p:nvPr>
            <p:ph idx="4" type="pic"/>
          </p:nvPr>
        </p:nvSpPr>
        <p:spPr>
          <a:xfrm>
            <a:off x="7412150" y="1440350"/>
            <a:ext cx="1441500" cy="3243000"/>
          </a:xfrm>
          <a:prstGeom prst="rect">
            <a:avLst/>
          </a:prstGeom>
          <a:noFill/>
          <a:ln>
            <a:noFill/>
          </a:ln>
        </p:spPr>
      </p:sp>
      <p:sp>
        <p:nvSpPr>
          <p:cNvPr id="242" name="Google Shape;242;p24"/>
          <p:cNvSpPr/>
          <p:nvPr>
            <p:ph idx="5" type="pic"/>
          </p:nvPr>
        </p:nvSpPr>
        <p:spPr>
          <a:xfrm>
            <a:off x="7412150" y="0"/>
            <a:ext cx="1441500" cy="1440600"/>
          </a:xfrm>
          <a:prstGeom prst="rect">
            <a:avLst/>
          </a:prstGeom>
          <a:noFill/>
          <a:ln>
            <a:noFill/>
          </a:ln>
        </p:spPr>
      </p:sp>
      <p:sp>
        <p:nvSpPr>
          <p:cNvPr id="243" name="Google Shape;243;p24"/>
          <p:cNvSpPr/>
          <p:nvPr>
            <p:ph idx="6" type="pic"/>
          </p:nvPr>
        </p:nvSpPr>
        <p:spPr>
          <a:xfrm>
            <a:off x="3184850" y="0"/>
            <a:ext cx="4227300" cy="3243000"/>
          </a:xfrm>
          <a:prstGeom prst="rect">
            <a:avLst/>
          </a:prstGeom>
          <a:noFill/>
          <a:ln>
            <a:noFill/>
          </a:ln>
        </p:spPr>
      </p:sp>
      <p:sp>
        <p:nvSpPr>
          <p:cNvPr id="244" name="Google Shape;244;p2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5" name="Google Shape;245;p24"/>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2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7" name="Google Shape;247;p24"/>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8" name="Google Shape;248;p24"/>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49" name="Google Shape;249;p24"/>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50" name="Shape 250"/>
        <p:cNvGrpSpPr/>
        <p:nvPr/>
      </p:nvGrpSpPr>
      <p:grpSpPr>
        <a:xfrm>
          <a:off x="0" y="0"/>
          <a:ext cx="0" cy="0"/>
          <a:chOff x="0" y="0"/>
          <a:chExt cx="0" cy="0"/>
        </a:xfrm>
      </p:grpSpPr>
      <p:sp>
        <p:nvSpPr>
          <p:cNvPr id="251" name="Google Shape;251;p25"/>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52" name="Google Shape;252;p25"/>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53" name="Google Shape;253;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2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25"/>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26"/>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59" name="Google Shape;259;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1.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cxnSp>
        <p:nvCxnSpPr>
          <p:cNvPr id="361" name="Google Shape;361;p47"/>
          <p:cNvCxnSpPr/>
          <p:nvPr/>
        </p:nvCxnSpPr>
        <p:spPr>
          <a:xfrm>
            <a:off x="283850" y="1467534"/>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362" name="Google Shape;362;p47"/>
          <p:cNvCxnSpPr/>
          <p:nvPr/>
        </p:nvCxnSpPr>
        <p:spPr>
          <a:xfrm>
            <a:off x="283850" y="829634"/>
            <a:ext cx="8573100" cy="0"/>
          </a:xfrm>
          <a:prstGeom prst="straightConnector1">
            <a:avLst/>
          </a:prstGeom>
          <a:noFill/>
          <a:ln cap="flat" cmpd="sng" w="9525">
            <a:solidFill>
              <a:schemeClr val="lt1"/>
            </a:solidFill>
            <a:prstDash val="solid"/>
            <a:round/>
            <a:headEnd len="med" w="med" type="none"/>
            <a:tailEnd len="med" w="med" type="none"/>
          </a:ln>
        </p:spPr>
      </p:cxnSp>
      <p:sp>
        <p:nvSpPr>
          <p:cNvPr id="363" name="Google Shape;363;p4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64" name="Google Shape;364;p47"/>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Security Policy</a:t>
            </a:r>
            <a:br>
              <a:rPr lang="en"/>
            </a:br>
            <a:r>
              <a:rPr lang="en"/>
              <a:t>Audit Script</a:t>
            </a:r>
            <a:endParaRPr/>
          </a:p>
        </p:txBody>
      </p:sp>
      <p:sp>
        <p:nvSpPr>
          <p:cNvPr id="365" name="Google Shape;365;p4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CIS 4891</a:t>
            </a:r>
            <a:endParaRPr/>
          </a:p>
        </p:txBody>
      </p:sp>
      <p:sp>
        <p:nvSpPr>
          <p:cNvPr id="366" name="Google Shape;366;p4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11/23/25</a:t>
            </a:r>
            <a:endParaRPr/>
          </a:p>
        </p:txBody>
      </p:sp>
      <p:sp>
        <p:nvSpPr>
          <p:cNvPr id="367" name="Google Shape;367;p47"/>
          <p:cNvSpPr txBox="1"/>
          <p:nvPr>
            <p:ph idx="4" type="title"/>
          </p:nvPr>
        </p:nvSpPr>
        <p:spPr>
          <a:xfrm>
            <a:off x="288625" y="4778975"/>
            <a:ext cx="4227300" cy="83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Andy Sardinas</a:t>
            </a:r>
            <a:endParaRPr/>
          </a:p>
        </p:txBody>
      </p:sp>
      <p:cxnSp>
        <p:nvCxnSpPr>
          <p:cNvPr id="368" name="Google Shape;368;p47"/>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8"/>
          <p:cNvSpPr/>
          <p:nvPr/>
        </p:nvSpPr>
        <p:spPr>
          <a:xfrm>
            <a:off x="283884" y="1674063"/>
            <a:ext cx="544800" cy="544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1"/>
                </a:solidFill>
                <a:latin typeface="Inter"/>
                <a:ea typeface="Inter"/>
                <a:cs typeface="Inter"/>
                <a:sym typeface="Inter"/>
              </a:rPr>
              <a:t>03</a:t>
            </a:r>
            <a:endParaRPr sz="1800">
              <a:solidFill>
                <a:schemeClr val="dk1"/>
              </a:solidFill>
              <a:latin typeface="Inter"/>
              <a:ea typeface="Inter"/>
              <a:cs typeface="Inter"/>
              <a:sym typeface="Inter"/>
            </a:endParaRPr>
          </a:p>
        </p:txBody>
      </p:sp>
      <p:cxnSp>
        <p:nvCxnSpPr>
          <p:cNvPr id="374" name="Google Shape;374;p48"/>
          <p:cNvCxnSpPr/>
          <p:nvPr/>
        </p:nvCxnSpPr>
        <p:spPr>
          <a:xfrm>
            <a:off x="285450" y="2331306"/>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375" name="Google Shape;375;p48"/>
          <p:cNvCxnSpPr/>
          <p:nvPr/>
        </p:nvCxnSpPr>
        <p:spPr>
          <a:xfrm>
            <a:off x="285450" y="1549534"/>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376" name="Google Shape;376;p48"/>
          <p:cNvCxnSpPr/>
          <p:nvPr/>
        </p:nvCxnSpPr>
        <p:spPr>
          <a:xfrm>
            <a:off x="285450" y="3894849"/>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377" name="Google Shape;377;p48"/>
          <p:cNvCxnSpPr/>
          <p:nvPr/>
        </p:nvCxnSpPr>
        <p:spPr>
          <a:xfrm>
            <a:off x="285450" y="3113077"/>
            <a:ext cx="8573100" cy="0"/>
          </a:xfrm>
          <a:prstGeom prst="straightConnector1">
            <a:avLst/>
          </a:prstGeom>
          <a:noFill/>
          <a:ln cap="flat" cmpd="sng" w="9525">
            <a:solidFill>
              <a:schemeClr val="dk1"/>
            </a:solidFill>
            <a:prstDash val="solid"/>
            <a:round/>
            <a:headEnd len="med" w="med" type="none"/>
            <a:tailEnd len="med" w="med" type="none"/>
          </a:ln>
        </p:spPr>
      </p:cxnSp>
      <p:sp>
        <p:nvSpPr>
          <p:cNvPr id="378" name="Google Shape;378;p48"/>
          <p:cNvSpPr/>
          <p:nvPr/>
        </p:nvSpPr>
        <p:spPr>
          <a:xfrm>
            <a:off x="283884" y="2455825"/>
            <a:ext cx="544800" cy="544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1"/>
                </a:solidFill>
                <a:latin typeface="Inter"/>
                <a:ea typeface="Inter"/>
                <a:cs typeface="Inter"/>
                <a:sym typeface="Inter"/>
              </a:rPr>
              <a:t>04</a:t>
            </a:r>
            <a:endParaRPr sz="1800">
              <a:solidFill>
                <a:schemeClr val="dk1"/>
              </a:solidFill>
              <a:latin typeface="Inter"/>
              <a:ea typeface="Inter"/>
              <a:cs typeface="Inter"/>
              <a:sym typeface="Inter"/>
            </a:endParaRPr>
          </a:p>
        </p:txBody>
      </p:sp>
      <p:sp>
        <p:nvSpPr>
          <p:cNvPr id="379" name="Google Shape;379;p48"/>
          <p:cNvSpPr/>
          <p:nvPr/>
        </p:nvSpPr>
        <p:spPr>
          <a:xfrm>
            <a:off x="283884" y="3237613"/>
            <a:ext cx="544800" cy="544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1"/>
                </a:solidFill>
                <a:latin typeface="Inter"/>
                <a:ea typeface="Inter"/>
                <a:cs typeface="Inter"/>
                <a:sym typeface="Inter"/>
              </a:rPr>
              <a:t>05</a:t>
            </a:r>
            <a:endParaRPr sz="1800">
              <a:solidFill>
                <a:schemeClr val="dk1"/>
              </a:solidFill>
              <a:latin typeface="Inter"/>
              <a:ea typeface="Inter"/>
              <a:cs typeface="Inter"/>
              <a:sym typeface="Inter"/>
            </a:endParaRPr>
          </a:p>
        </p:txBody>
      </p:sp>
      <p:sp>
        <p:nvSpPr>
          <p:cNvPr id="380" name="Google Shape;380;p48"/>
          <p:cNvSpPr/>
          <p:nvPr/>
        </p:nvSpPr>
        <p:spPr>
          <a:xfrm>
            <a:off x="283884" y="4019375"/>
            <a:ext cx="544800" cy="544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1"/>
                </a:solidFill>
                <a:latin typeface="Inter"/>
                <a:ea typeface="Inter"/>
                <a:cs typeface="Inter"/>
                <a:sym typeface="Inter"/>
              </a:rPr>
              <a:t>06</a:t>
            </a:r>
            <a:endParaRPr sz="1800">
              <a:solidFill>
                <a:schemeClr val="dk1"/>
              </a:solidFill>
              <a:latin typeface="Inter"/>
              <a:ea typeface="Inter"/>
              <a:cs typeface="Inter"/>
              <a:sym typeface="Inter"/>
            </a:endParaRPr>
          </a:p>
        </p:txBody>
      </p:sp>
      <p:sp>
        <p:nvSpPr>
          <p:cNvPr id="381" name="Google Shape;381;p48"/>
          <p:cNvSpPr txBox="1"/>
          <p:nvPr>
            <p:ph type="title"/>
          </p:nvPr>
        </p:nvSpPr>
        <p:spPr>
          <a:xfrm>
            <a:off x="283850" y="285900"/>
            <a:ext cx="42276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Contents</a:t>
            </a:r>
            <a:endParaRPr/>
          </a:p>
        </p:txBody>
      </p:sp>
      <p:sp>
        <p:nvSpPr>
          <p:cNvPr id="382" name="Google Shape;382;p48"/>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83" name="Google Shape;383;p4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Company Name</a:t>
            </a:r>
            <a:endParaRPr/>
          </a:p>
        </p:txBody>
      </p:sp>
      <p:sp>
        <p:nvSpPr>
          <p:cNvPr id="384" name="Google Shape;384;p4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Date</a:t>
            </a:r>
            <a:endParaRPr/>
          </a:p>
        </p:txBody>
      </p:sp>
      <p:sp>
        <p:nvSpPr>
          <p:cNvPr id="385" name="Google Shape;385;p48"/>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Purpose of Compliance</a:t>
            </a:r>
            <a:endParaRPr/>
          </a:p>
        </p:txBody>
      </p:sp>
      <p:sp>
        <p:nvSpPr>
          <p:cNvPr id="386" name="Google Shape;386;p48"/>
          <p:cNvSpPr txBox="1"/>
          <p:nvPr>
            <p:ph idx="5" type="subTitle"/>
          </p:nvPr>
        </p:nvSpPr>
        <p:spPr>
          <a:xfrm>
            <a:off x="1125100" y="1560625"/>
            <a:ext cx="7056900" cy="77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Project Overview &amp; Purpose</a:t>
            </a:r>
            <a:endParaRPr/>
          </a:p>
        </p:txBody>
      </p:sp>
      <p:sp>
        <p:nvSpPr>
          <p:cNvPr id="387" name="Google Shape;387;p48"/>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Non Compliance </a:t>
            </a:r>
            <a:endParaRPr/>
          </a:p>
        </p:txBody>
      </p:sp>
      <p:sp>
        <p:nvSpPr>
          <p:cNvPr id="388" name="Google Shape;388;p48"/>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Compliance</a:t>
            </a:r>
            <a:endParaRPr/>
          </a:p>
        </p:txBody>
      </p:sp>
      <p:cxnSp>
        <p:nvCxnSpPr>
          <p:cNvPr id="389" name="Google Shape;389;p48"/>
          <p:cNvCxnSpPr/>
          <p:nvPr/>
        </p:nvCxnSpPr>
        <p:spPr>
          <a:xfrm>
            <a:off x="285450" y="4676621"/>
            <a:ext cx="85731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9"/>
          <p:cNvSpPr/>
          <p:nvPr/>
        </p:nvSpPr>
        <p:spPr>
          <a:xfrm>
            <a:off x="283750" y="1757441"/>
            <a:ext cx="4229700" cy="1459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395" name="Google Shape;395;p49"/>
          <p:cNvSpPr/>
          <p:nvPr/>
        </p:nvSpPr>
        <p:spPr>
          <a:xfrm>
            <a:off x="283750" y="1756063"/>
            <a:ext cx="4229700" cy="16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396" name="Google Shape;396;p49"/>
          <p:cNvSpPr txBox="1"/>
          <p:nvPr>
            <p:ph type="title"/>
          </p:nvPr>
        </p:nvSpPr>
        <p:spPr>
          <a:xfrm>
            <a:off x="284850" y="474875"/>
            <a:ext cx="4227300" cy="115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Project overview</a:t>
            </a:r>
            <a:endParaRPr/>
          </a:p>
        </p:txBody>
      </p:sp>
      <p:sp>
        <p:nvSpPr>
          <p:cNvPr id="397" name="Google Shape;397;p4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98" name="Google Shape;398;p49"/>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Company Name</a:t>
            </a:r>
            <a:endParaRPr/>
          </a:p>
        </p:txBody>
      </p:sp>
      <p:sp>
        <p:nvSpPr>
          <p:cNvPr id="399" name="Google Shape;399;p49"/>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Date</a:t>
            </a:r>
            <a:endParaRPr/>
          </a:p>
        </p:txBody>
      </p:sp>
      <p:sp>
        <p:nvSpPr>
          <p:cNvPr id="400" name="Google Shape;400;p49"/>
          <p:cNvSpPr txBox="1"/>
          <p:nvPr>
            <p:ph idx="1" type="body"/>
          </p:nvPr>
        </p:nvSpPr>
        <p:spPr>
          <a:xfrm>
            <a:off x="283550" y="2018138"/>
            <a:ext cx="4227300" cy="923400"/>
          </a:xfrm>
          <a:prstGeom prst="rect">
            <a:avLst/>
          </a:prstGeom>
        </p:spPr>
        <p:txBody>
          <a:bodyPr anchorCtr="0" anchor="t" bIns="91425" lIns="182875" spcFirstLastPara="1" rIns="182875" wrap="square" tIns="91425">
            <a:noAutofit/>
          </a:bodyPr>
          <a:lstStyle/>
          <a:p>
            <a:pPr indent="0" lvl="0" marL="0" rtl="0" algn="l">
              <a:spcBef>
                <a:spcPts val="0"/>
              </a:spcBef>
              <a:spcAft>
                <a:spcPts val="0"/>
              </a:spcAft>
              <a:buNone/>
            </a:pPr>
            <a:r>
              <a:rPr lang="en">
                <a:solidFill>
                  <a:schemeClr val="dk1"/>
                </a:solidFill>
              </a:rPr>
              <a:t>The purpose of my project is to run an executable python script without needing administrative permissions on a machine to check for CIS compliance. This is done by checking for password policy, ssh configuration, critical file permissions, and firewall status.</a:t>
            </a:r>
            <a:endParaRPr>
              <a:solidFill>
                <a:schemeClr val="dk1"/>
              </a:solidFill>
            </a:endParaRPr>
          </a:p>
        </p:txBody>
      </p:sp>
      <p:sp>
        <p:nvSpPr>
          <p:cNvPr id="401" name="Google Shape;401;p49"/>
          <p:cNvSpPr/>
          <p:nvPr/>
        </p:nvSpPr>
        <p:spPr>
          <a:xfrm rot="5400000">
            <a:off x="3852735" y="951709"/>
            <a:ext cx="659347" cy="659347"/>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cxnSp>
        <p:nvCxnSpPr>
          <p:cNvPr id="402" name="Google Shape;402;p49"/>
          <p:cNvCxnSpPr/>
          <p:nvPr/>
        </p:nvCxnSpPr>
        <p:spPr>
          <a:xfrm>
            <a:off x="283850" y="289571"/>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03" name="Google Shape;403;p49"/>
          <p:cNvCxnSpPr/>
          <p:nvPr/>
        </p:nvCxnSpPr>
        <p:spPr>
          <a:xfrm>
            <a:off x="283850" y="1751842"/>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04" name="Google Shape;404;p49"/>
          <p:cNvCxnSpPr/>
          <p:nvPr/>
        </p:nvCxnSpPr>
        <p:spPr>
          <a:xfrm>
            <a:off x="283850" y="3217783"/>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05" name="Google Shape;405;p49"/>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11" name="Google Shape;411;p50"/>
          <p:cNvSpPr txBox="1"/>
          <p:nvPr>
            <p:ph type="title"/>
          </p:nvPr>
        </p:nvSpPr>
        <p:spPr>
          <a:xfrm>
            <a:off x="284850" y="285900"/>
            <a:ext cx="64239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Purpose of Compliance</a:t>
            </a:r>
            <a:endParaRPr/>
          </a:p>
        </p:txBody>
      </p:sp>
      <p:sp>
        <p:nvSpPr>
          <p:cNvPr id="412" name="Google Shape;412;p50"/>
          <p:cNvSpPr/>
          <p:nvPr/>
        </p:nvSpPr>
        <p:spPr>
          <a:xfrm>
            <a:off x="2397225" y="887675"/>
            <a:ext cx="4229700" cy="4073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a:ea typeface="Inter"/>
                <a:cs typeface="Inter"/>
                <a:sym typeface="Inter"/>
              </a:rPr>
              <a:t>Ensuring that an organization's systems, procedures, and activities follow established laws, rules, standards, and best practices is the goal of compliance. Maintaining compliance lowers security risks, safeguards sensitive data, and upholds confidence with partners, customers, and authorities. Organizations can avoid legal penalties, prevent breaches, and provide a consistent, secure, and accountable operating environment by adhering to standards like CIS, ISO, or industry-specific requirements.</a:t>
            </a:r>
            <a:endParaRPr>
              <a:solidFill>
                <a:schemeClr val="dk1"/>
              </a:solidFill>
              <a:latin typeface="Inter"/>
              <a:ea typeface="Inter"/>
              <a:cs typeface="Inter"/>
              <a:sym typeface="Inter"/>
            </a:endParaRPr>
          </a:p>
          <a:p>
            <a:pPr indent="0" lvl="0" marL="0" rtl="0" algn="ctr">
              <a:spcBef>
                <a:spcPts val="0"/>
              </a:spcBef>
              <a:spcAft>
                <a:spcPts val="0"/>
              </a:spcAft>
              <a:buNone/>
            </a:pPr>
            <a:r>
              <a:t/>
            </a:r>
            <a:endParaRPr>
              <a:solidFill>
                <a:schemeClr val="dk1"/>
              </a:solidFill>
              <a:latin typeface="Inter"/>
              <a:ea typeface="Inter"/>
              <a:cs typeface="Inter"/>
              <a:sym typeface="Inter"/>
            </a:endParaRPr>
          </a:p>
          <a:p>
            <a:pPr indent="0" lvl="0" marL="0" rtl="0" algn="ctr">
              <a:spcBef>
                <a:spcPts val="0"/>
              </a:spcBef>
              <a:spcAft>
                <a:spcPts val="0"/>
              </a:spcAft>
              <a:buNone/>
            </a:pPr>
            <a:r>
              <a:rPr lang="en">
                <a:solidFill>
                  <a:schemeClr val="dk1"/>
                </a:solidFill>
                <a:latin typeface="Inter"/>
                <a:ea typeface="Inter"/>
                <a:cs typeface="Inter"/>
                <a:sym typeface="Inter"/>
              </a:rPr>
              <a:t>To put it briefly, compliance serves to protect the organization and its stakeholders by bringing organizational behavior into line with security, legal, and ethical requirements.</a:t>
            </a:r>
            <a:endParaRPr>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1"/>
          <p:cNvSpPr txBox="1"/>
          <p:nvPr>
            <p:ph type="title"/>
          </p:nvPr>
        </p:nvSpPr>
        <p:spPr>
          <a:xfrm>
            <a:off x="284850" y="285900"/>
            <a:ext cx="64239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Non Compliance</a:t>
            </a:r>
            <a:endParaRPr/>
          </a:p>
        </p:txBody>
      </p:sp>
      <p:grpSp>
        <p:nvGrpSpPr>
          <p:cNvPr id="418" name="Google Shape;418;p51"/>
          <p:cNvGrpSpPr/>
          <p:nvPr/>
        </p:nvGrpSpPr>
        <p:grpSpPr>
          <a:xfrm>
            <a:off x="343798" y="756900"/>
            <a:ext cx="4285956" cy="3128675"/>
            <a:chOff x="284850" y="1555125"/>
            <a:chExt cx="8571912" cy="3128675"/>
          </a:xfrm>
        </p:grpSpPr>
        <p:sp>
          <p:nvSpPr>
            <p:cNvPr id="419" name="Google Shape;419;p51"/>
            <p:cNvSpPr txBox="1"/>
            <p:nvPr/>
          </p:nvSpPr>
          <p:spPr>
            <a:xfrm>
              <a:off x="284862" y="2002750"/>
              <a:ext cx="8571900" cy="5184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Unpatched software or OS: CIS requires </a:t>
              </a:r>
              <a:r>
                <a:rPr lang="en" sz="800">
                  <a:solidFill>
                    <a:schemeClr val="lt1"/>
                  </a:solidFill>
                  <a:latin typeface="Inter"/>
                  <a:ea typeface="Inter"/>
                  <a:cs typeface="Inter"/>
                  <a:sym typeface="Inter"/>
                </a:rPr>
                <a:t>systems</a:t>
              </a:r>
              <a:r>
                <a:rPr lang="en" sz="800">
                  <a:solidFill>
                    <a:schemeClr val="lt1"/>
                  </a:solidFill>
                  <a:latin typeface="Inter"/>
                  <a:ea typeface="Inter"/>
                  <a:cs typeface="Inter"/>
                  <a:sym typeface="Inter"/>
                </a:rPr>
                <a:t> to have the latest security patches to prevent breaches or known vulnerabilities.</a:t>
              </a:r>
              <a:endParaRPr sz="800">
                <a:solidFill>
                  <a:schemeClr val="lt1"/>
                </a:solidFill>
                <a:latin typeface="Inter"/>
                <a:ea typeface="Inter"/>
                <a:cs typeface="Inter"/>
                <a:sym typeface="Inter"/>
              </a:endParaRPr>
            </a:p>
          </p:txBody>
        </p:sp>
        <p:sp>
          <p:nvSpPr>
            <p:cNvPr id="420" name="Google Shape;420;p51"/>
            <p:cNvSpPr txBox="1"/>
            <p:nvPr/>
          </p:nvSpPr>
          <p:spPr>
            <a:xfrm>
              <a:off x="284862" y="1555575"/>
              <a:ext cx="8571900" cy="3357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a:solidFill>
                    <a:schemeClr val="lt1"/>
                  </a:solidFill>
                  <a:latin typeface="Inter"/>
                  <a:ea typeface="Inter"/>
                  <a:cs typeface="Inter"/>
                  <a:sym typeface="Inter"/>
                </a:rPr>
                <a:t>What makes a user system noncompliant?</a:t>
              </a:r>
              <a:endParaRPr>
                <a:solidFill>
                  <a:schemeClr val="lt1"/>
                </a:solidFill>
                <a:latin typeface="Inter"/>
                <a:ea typeface="Inter"/>
                <a:cs typeface="Inter"/>
                <a:sym typeface="Inter"/>
              </a:endParaRPr>
            </a:p>
          </p:txBody>
        </p:sp>
        <p:sp>
          <p:nvSpPr>
            <p:cNvPr id="421" name="Google Shape;421;p51"/>
            <p:cNvSpPr txBox="1"/>
            <p:nvPr/>
          </p:nvSpPr>
          <p:spPr>
            <a:xfrm>
              <a:off x="284862" y="2673325"/>
              <a:ext cx="8571900" cy="485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Unconfigured default settings: Not setting up a user account to have a stronger password, excess privileges, lack of MFA, and more are requirements of a noncompliant user account on a machine.</a:t>
              </a:r>
              <a:endParaRPr sz="800">
                <a:solidFill>
                  <a:schemeClr val="lt1"/>
                </a:solidFill>
                <a:latin typeface="Inter"/>
                <a:ea typeface="Inter"/>
                <a:cs typeface="Inter"/>
                <a:sym typeface="Inter"/>
              </a:endParaRPr>
            </a:p>
          </p:txBody>
        </p:sp>
        <p:sp>
          <p:nvSpPr>
            <p:cNvPr id="422" name="Google Shape;422;p51"/>
            <p:cNvSpPr txBox="1"/>
            <p:nvPr/>
          </p:nvSpPr>
          <p:spPr>
            <a:xfrm>
              <a:off x="284862" y="3343475"/>
              <a:ext cx="8571900" cy="452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Disabled Firewall: If a firewall is disabled, it can no longer manage the traffic on the network the machine is on and leaves itself open to </a:t>
              </a:r>
              <a:r>
                <a:rPr lang="en" sz="800">
                  <a:solidFill>
                    <a:schemeClr val="lt1"/>
                  </a:solidFill>
                  <a:latin typeface="Inter"/>
                  <a:ea typeface="Inter"/>
                  <a:cs typeface="Inter"/>
                  <a:sym typeface="Inter"/>
                </a:rPr>
                <a:t>vulnerabilities</a:t>
              </a:r>
              <a:r>
                <a:rPr lang="en" sz="800">
                  <a:solidFill>
                    <a:schemeClr val="lt1"/>
                  </a:solidFill>
                  <a:latin typeface="Inter"/>
                  <a:ea typeface="Inter"/>
                  <a:cs typeface="Inter"/>
                  <a:sym typeface="Inter"/>
                </a:rPr>
                <a:t>.</a:t>
              </a:r>
              <a:endParaRPr sz="800">
                <a:solidFill>
                  <a:schemeClr val="lt1"/>
                </a:solidFill>
                <a:latin typeface="Inter"/>
                <a:ea typeface="Inter"/>
                <a:cs typeface="Inter"/>
                <a:sym typeface="Inter"/>
              </a:endParaRPr>
            </a:p>
          </p:txBody>
        </p:sp>
        <p:sp>
          <p:nvSpPr>
            <p:cNvPr id="423" name="Google Shape;423;p51"/>
            <p:cNvSpPr txBox="1"/>
            <p:nvPr/>
          </p:nvSpPr>
          <p:spPr>
            <a:xfrm>
              <a:off x="284855" y="4013600"/>
              <a:ext cx="8571900" cy="6702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SSH configuration: Only use SSH protocol 2, Restrict login to specific users/groups, Disallow empty passwords, Prefer public key authentication, Set idle session timeouts, Limit authentication attempts, Enable detailed logging.</a:t>
              </a:r>
              <a:endParaRPr sz="800">
                <a:solidFill>
                  <a:schemeClr val="lt1"/>
                </a:solidFill>
                <a:latin typeface="Inter"/>
                <a:ea typeface="Inter"/>
                <a:cs typeface="Inter"/>
                <a:sym typeface="Inter"/>
              </a:endParaRPr>
            </a:p>
          </p:txBody>
        </p:sp>
        <p:cxnSp>
          <p:nvCxnSpPr>
            <p:cNvPr id="424" name="Google Shape;424;p51"/>
            <p:cNvCxnSpPr/>
            <p:nvPr/>
          </p:nvCxnSpPr>
          <p:spPr>
            <a:xfrm>
              <a:off x="284850" y="2003200"/>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25" name="Google Shape;425;p51"/>
            <p:cNvCxnSpPr/>
            <p:nvPr/>
          </p:nvCxnSpPr>
          <p:spPr>
            <a:xfrm>
              <a:off x="284850" y="2673333"/>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26" name="Google Shape;426;p51"/>
            <p:cNvCxnSpPr/>
            <p:nvPr/>
          </p:nvCxnSpPr>
          <p:spPr>
            <a:xfrm>
              <a:off x="284850" y="3343467"/>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27" name="Google Shape;427;p51"/>
            <p:cNvCxnSpPr/>
            <p:nvPr/>
          </p:nvCxnSpPr>
          <p:spPr>
            <a:xfrm>
              <a:off x="284850" y="4013600"/>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28" name="Google Shape;428;p51"/>
            <p:cNvCxnSpPr/>
            <p:nvPr/>
          </p:nvCxnSpPr>
          <p:spPr>
            <a:xfrm>
              <a:off x="284850" y="4683725"/>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29" name="Google Shape;429;p51"/>
            <p:cNvCxnSpPr/>
            <p:nvPr/>
          </p:nvCxnSpPr>
          <p:spPr>
            <a:xfrm>
              <a:off x="284850" y="1555125"/>
              <a:ext cx="8571900" cy="0"/>
            </a:xfrm>
            <a:prstGeom prst="straightConnector1">
              <a:avLst/>
            </a:prstGeom>
            <a:noFill/>
            <a:ln cap="flat" cmpd="sng" w="9525">
              <a:solidFill>
                <a:schemeClr val="lt1"/>
              </a:solidFill>
              <a:prstDash val="solid"/>
              <a:round/>
              <a:headEnd len="med" w="med" type="none"/>
              <a:tailEnd len="med" w="med" type="non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35" name="Google Shape;435;p52"/>
          <p:cNvSpPr txBox="1"/>
          <p:nvPr>
            <p:ph type="title"/>
          </p:nvPr>
        </p:nvSpPr>
        <p:spPr>
          <a:xfrm>
            <a:off x="284850" y="285900"/>
            <a:ext cx="64239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Compliance</a:t>
            </a:r>
            <a:endParaRPr/>
          </a:p>
        </p:txBody>
      </p:sp>
      <p:sp>
        <p:nvSpPr>
          <p:cNvPr id="436" name="Google Shape;436;p5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a:t>Company Name</a:t>
            </a:r>
            <a:endParaRPr/>
          </a:p>
        </p:txBody>
      </p:sp>
      <p:sp>
        <p:nvSpPr>
          <p:cNvPr id="437" name="Google Shape;437;p5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Date</a:t>
            </a:r>
            <a:endParaRPr/>
          </a:p>
        </p:txBody>
      </p:sp>
      <p:grpSp>
        <p:nvGrpSpPr>
          <p:cNvPr id="438" name="Google Shape;438;p52"/>
          <p:cNvGrpSpPr/>
          <p:nvPr/>
        </p:nvGrpSpPr>
        <p:grpSpPr>
          <a:xfrm>
            <a:off x="343798" y="756900"/>
            <a:ext cx="4285956" cy="3128675"/>
            <a:chOff x="284850" y="1555125"/>
            <a:chExt cx="8571912" cy="3128675"/>
          </a:xfrm>
        </p:grpSpPr>
        <p:sp>
          <p:nvSpPr>
            <p:cNvPr id="439" name="Google Shape;439;p52"/>
            <p:cNvSpPr txBox="1"/>
            <p:nvPr/>
          </p:nvSpPr>
          <p:spPr>
            <a:xfrm>
              <a:off x="284862" y="2002750"/>
              <a:ext cx="8571900" cy="5184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Up-to-date and patched: All operating system and software updates are applied to fix known vulnerabilities.</a:t>
              </a:r>
              <a:endParaRPr sz="800">
                <a:solidFill>
                  <a:schemeClr val="lt1"/>
                </a:solidFill>
                <a:latin typeface="Inter"/>
                <a:ea typeface="Inter"/>
                <a:cs typeface="Inter"/>
                <a:sym typeface="Inter"/>
              </a:endParaRPr>
            </a:p>
          </p:txBody>
        </p:sp>
        <p:sp>
          <p:nvSpPr>
            <p:cNvPr id="440" name="Google Shape;440;p52"/>
            <p:cNvSpPr txBox="1"/>
            <p:nvPr/>
          </p:nvSpPr>
          <p:spPr>
            <a:xfrm>
              <a:off x="284862" y="1555575"/>
              <a:ext cx="8571900" cy="3357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a:solidFill>
                    <a:schemeClr val="lt1"/>
                  </a:solidFill>
                  <a:latin typeface="Inter"/>
                  <a:ea typeface="Inter"/>
                  <a:cs typeface="Inter"/>
                  <a:sym typeface="Inter"/>
                </a:rPr>
                <a:t>What makes a user system compliant?</a:t>
              </a:r>
              <a:endParaRPr>
                <a:solidFill>
                  <a:schemeClr val="lt1"/>
                </a:solidFill>
                <a:latin typeface="Inter"/>
                <a:ea typeface="Inter"/>
                <a:cs typeface="Inter"/>
                <a:sym typeface="Inter"/>
              </a:endParaRPr>
            </a:p>
          </p:txBody>
        </p:sp>
        <p:sp>
          <p:nvSpPr>
            <p:cNvPr id="441" name="Google Shape;441;p52"/>
            <p:cNvSpPr txBox="1"/>
            <p:nvPr/>
          </p:nvSpPr>
          <p:spPr>
            <a:xfrm>
              <a:off x="284862" y="2673325"/>
              <a:ext cx="8571900" cy="485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Secure configurations: System settings follow CIS benchmarks (e.g., firewall enabled, unnecessary services disabled, strong passwords enforced).</a:t>
              </a:r>
              <a:endParaRPr sz="800">
                <a:solidFill>
                  <a:schemeClr val="lt1"/>
                </a:solidFill>
                <a:latin typeface="Inter"/>
                <a:ea typeface="Inter"/>
                <a:cs typeface="Inter"/>
                <a:sym typeface="Inter"/>
              </a:endParaRPr>
            </a:p>
          </p:txBody>
        </p:sp>
        <p:sp>
          <p:nvSpPr>
            <p:cNvPr id="442" name="Google Shape;442;p52"/>
            <p:cNvSpPr txBox="1"/>
            <p:nvPr/>
          </p:nvSpPr>
          <p:spPr>
            <a:xfrm>
              <a:off x="284862" y="3343475"/>
              <a:ext cx="8571900" cy="452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Controlled access: User accounts and permissions follow the principle of least privilege, with root/admin access restricted.</a:t>
              </a:r>
              <a:endParaRPr sz="800">
                <a:solidFill>
                  <a:schemeClr val="lt1"/>
                </a:solidFill>
                <a:latin typeface="Inter"/>
                <a:ea typeface="Inter"/>
                <a:cs typeface="Inter"/>
                <a:sym typeface="Inter"/>
              </a:endParaRPr>
            </a:p>
          </p:txBody>
        </p:sp>
        <p:sp>
          <p:nvSpPr>
            <p:cNvPr id="443" name="Google Shape;443;p52"/>
            <p:cNvSpPr txBox="1"/>
            <p:nvPr/>
          </p:nvSpPr>
          <p:spPr>
            <a:xfrm>
              <a:off x="284855" y="4013600"/>
              <a:ext cx="8571900" cy="6702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Monitoring and logging: Security events, login attempts, and system changes are logged and regularly reviewed.</a:t>
              </a:r>
              <a:endParaRPr sz="800">
                <a:solidFill>
                  <a:schemeClr val="lt1"/>
                </a:solidFill>
                <a:latin typeface="Inter"/>
                <a:ea typeface="Inter"/>
                <a:cs typeface="Inter"/>
                <a:sym typeface="Inter"/>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p:txBody>
        </p:sp>
        <p:cxnSp>
          <p:nvCxnSpPr>
            <p:cNvPr id="444" name="Google Shape;444;p52"/>
            <p:cNvCxnSpPr/>
            <p:nvPr/>
          </p:nvCxnSpPr>
          <p:spPr>
            <a:xfrm>
              <a:off x="284850" y="2003200"/>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45" name="Google Shape;445;p52"/>
            <p:cNvCxnSpPr/>
            <p:nvPr/>
          </p:nvCxnSpPr>
          <p:spPr>
            <a:xfrm>
              <a:off x="284850" y="2673333"/>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46" name="Google Shape;446;p52"/>
            <p:cNvCxnSpPr/>
            <p:nvPr/>
          </p:nvCxnSpPr>
          <p:spPr>
            <a:xfrm>
              <a:off x="284850" y="3343467"/>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47" name="Google Shape;447;p52"/>
            <p:cNvCxnSpPr/>
            <p:nvPr/>
          </p:nvCxnSpPr>
          <p:spPr>
            <a:xfrm>
              <a:off x="284850" y="4013600"/>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48" name="Google Shape;448;p52"/>
            <p:cNvCxnSpPr/>
            <p:nvPr/>
          </p:nvCxnSpPr>
          <p:spPr>
            <a:xfrm>
              <a:off x="284850" y="4683725"/>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49" name="Google Shape;449;p52"/>
            <p:cNvCxnSpPr/>
            <p:nvPr/>
          </p:nvCxnSpPr>
          <p:spPr>
            <a:xfrm>
              <a:off x="284850" y="1555125"/>
              <a:ext cx="8571900" cy="0"/>
            </a:xfrm>
            <a:prstGeom prst="straightConnector1">
              <a:avLst/>
            </a:prstGeom>
            <a:noFill/>
            <a:ln cap="flat" cmpd="sng" w="9525">
              <a:solidFill>
                <a:schemeClr val="lt1"/>
              </a:solidFill>
              <a:prstDash val="solid"/>
              <a:round/>
              <a:headEnd len="med" w="med" type="none"/>
              <a:tailEnd len="med" w="med" type="none"/>
            </a:ln>
          </p:spPr>
        </p:cxnSp>
      </p:grpSp>
    </p:spTree>
  </p:cSld>
  <p:clrMapOvr>
    <a:masterClrMapping/>
  </p:clrMapOvr>
</p:sld>
</file>

<file path=ppt/theme/theme1.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